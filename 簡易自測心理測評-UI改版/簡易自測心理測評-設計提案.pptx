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8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 改版設計提案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7589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簡易自測</a:t>
            </a:r>
            <a:endParaRPr lang="en-US" sz="6000" dirty="0"/>
          </a:p>
          <a:p>
            <a:pPr marL="0" indent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心理測評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把冰冷的心理測評，變成一隻陪你的療癒寵物 Mochi。</a:t>
            </a:r>
            <a:endParaRPr lang="en-US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暖色療癒 · 寵物養成世界觀 · 非診斷的溫柔語氣。</a:t>
            </a:r>
            <a:endParaRPr lang="en-US" sz="1650" dirty="0"/>
          </a:p>
        </p:txBody>
      </p:sp>
      <p:pic>
        <p:nvPicPr>
          <p:cNvPr id="5" name="Image 0" descr="/Users/huanhhan-chun/Desktop/測試專案/ui/cap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603504"/>
            <a:ext cx="2023161" cy="3840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簡易自測心理測評 · 設計提案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核心概念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從「測評工具」到「療癒陪伴」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原本報告像體檢表——冷、像被診斷、又要等 10 分鐘。我們導入橘貓 Mochi 作為心靈寵物，把整個體驗包進溫暖的養成世界觀。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3337560" cy="2651760"/>
          </a:xfrm>
          <a:prstGeom prst="roundRect">
            <a:avLst>
              <a:gd name="adj" fmla="val 5517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🌤️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溫柔非診斷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情緒像天氣，會變，不是病。語氣支持、不恐嚇。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337560" cy="2651760"/>
          </a:xfrm>
          <a:prstGeom prst="roundRect">
            <a:avLst>
              <a:gd name="adj" fmla="val 5517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1772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772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療癒有質感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暖色、留白、手感插畫，脫離高彩度的廉價感。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0" y="3017520"/>
            <a:ext cx="3337560" cy="2651760"/>
          </a:xfrm>
          <a:prstGeom prst="roundRect">
            <a:avLst>
              <a:gd name="adj" fmla="val 5517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822960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🐾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每天想回來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打卡＝叫醒 Mochi，用情感連結養成每日習慣。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對象：通用人士（企業員工 / 學生 / 長者）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設計系統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一套統一的視覺語言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字體：標題襯線 Fraunces、內文 Plus Jakarta Sans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形狀與留白：大圓角、充足留白、少卡片，讓畫面呼吸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圖示：統一線性圖示，避免「六色彩虹」的 AI 感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動效：載入淡入、捲動揭示、微互動回饋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雙形態：互動畫面用會動的卡通貓；報告用 AI 精緻插畫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40664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Forest Canopy 暖色系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06640" y="2788920"/>
            <a:ext cx="1371600" cy="1005840"/>
          </a:xfrm>
          <a:prstGeom prst="roundRect">
            <a:avLst>
              <a:gd name="adj" fmla="val 12727"/>
            </a:avLst>
          </a:prstGeom>
          <a:solidFill>
            <a:srgbClr val="F4EFE4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22376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奶油象牙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09760" y="2788920"/>
            <a:ext cx="1371600" cy="1005840"/>
          </a:xfrm>
          <a:prstGeom prst="roundRect">
            <a:avLst>
              <a:gd name="adj" fmla="val 12727"/>
            </a:avLst>
          </a:prstGeom>
          <a:solidFill>
            <a:srgbClr val="7E8A6A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32688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鼠尾草綠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4343400"/>
            <a:ext cx="1371600" cy="1005840"/>
          </a:xfrm>
          <a:prstGeom prst="roundRect">
            <a:avLst>
              <a:gd name="adj" fmla="val 12727"/>
            </a:avLst>
          </a:prstGeom>
          <a:solidFill>
            <a:srgbClr val="DCA94E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223760" y="5394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蜂蜜琥珀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0" y="4343400"/>
            <a:ext cx="1371600" cy="1005840"/>
          </a:xfrm>
          <a:prstGeom prst="roundRect">
            <a:avLst>
              <a:gd name="adj" fmla="val 12727"/>
            </a:avLst>
          </a:prstGeom>
          <a:solidFill>
            <a:srgbClr val="BD7F5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326880" y="5394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設計系統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首頁 · 寵物陪伴區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把「打卡」變成「叫醒 Mochi」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預設蜷在貓窩睡覺（冒 z）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按「開始心晴打卡」→ Mochi 醒來、走出貓窩、到處走動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為什麼：給使用者每天回來的情感理由——是去陪牠、叫醒牠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摸摸 / 餵食 / 陪玩 累積親密度；點貓會冒愛心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心理能量＝Mochi 的能量，與測評結果連動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首頁 · 寵物陪伴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F001E55-8174-C7E8-9564-C82503209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93" y="522224"/>
            <a:ext cx="3039537" cy="5813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首頁 · 保留並升級原有功能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本週心情 · 金句 · 打卡 · 探索服務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本週心情：七天一覽，今天用天氣圖示標記，星期對齊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今日金句：改成編輯式大引言（像雜誌），降低 AI 感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今天感覺：五段表情 +「開始心晴打卡」主按鈕（第一屏可見）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探索服務：圖示統一同色，僅「簡易自測心理測評」用暖陶＋NEW 強調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依需求更名，副標「30 秒・測心理能量」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首頁 · 其他區塊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C44449B-06F5-362A-8059-A7ABCDFD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039" y="411480"/>
            <a:ext cx="3224001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測評流程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四步，全程有 Mochi 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依業主需求：題數為 1 題、生成時間 1 分鐘內。全程沿用 Mochi 世界觀與暖色語言，讓「做測評」也是一段被陪伴的過程。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7F57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說明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迎接、1 題 30 秒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18688" y="39319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32004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70332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7F57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STEP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答題 / 錄音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03320" y="44348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在聽、聲波回饋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07608" y="39319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7F57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STEP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充電生成中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92240" y="44348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睡覺充電・1 分鐘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96528" y="39319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98280" y="32004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5F1E7"/>
          </a:solidFill>
          <a:ln w="12700">
            <a:solidFill>
              <a:srgbClr val="E7E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28116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7F57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STEP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報告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281160" y="44348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0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看心理能量與建議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測評流程總覽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1 · 說明頁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先讓人安心，再開始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站姿迎接，溫暖開場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三要點：本次只有 1 題、約 30 秒放鬆說就好、找個安靜角落讓 Mochi 陪你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為什麼：降低焦慮、設定「沒有標準答案」的安全感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1 · 說明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07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4BF6F68-DBF7-07D3-C385-745F8E61A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60" y="365760"/>
            <a:ext cx="3221683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2 · 答題與錄音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被傾聽的語音作答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小頭像「Mochi 正在聽你說」，營造被傾聽感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麥克風脈動光環 + 起伏聲波 + 倒數秒數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為什麼：語音作答自然、門檻低；視覺讓人安心知道系統在聽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2 · 答題錄音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16517DD-8423-E775-EE68-D358322DC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176" y="184787"/>
            <a:ext cx="3363183" cy="6376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3 · 充電生成中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把等待，變成療癒時刻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蜷著睡覺充電 + 進度條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文案「正在為你充電分析…約 1 分鐘內完成，先一起深呼吸」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為什麼：呼應「心理能量充電」核心比喻，等待不再焦慮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3 · 生成中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09</a:t>
            </a:r>
            <a:endParaRPr lang="en-US" sz="1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4C5D863-2BF4-EE33-4D98-5A9FED067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02"/>
          <a:stretch>
            <a:fillRect/>
          </a:stretch>
        </p:blipFill>
        <p:spPr>
          <a:xfrm>
            <a:off x="7324938" y="487697"/>
            <a:ext cx="3177215" cy="60731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4 · 完成頁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給完成，一個被肯定的收尾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開心跳跳的 Mochi + 閃亮亮 + 飄起的愛心，慶祝完成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「查看我的報告」主按鈕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為什麼：給情緒一個有記憶點、被肯定的收尾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 4 · 完成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DD567D-6C90-BCE7-E255-B53F47B97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814" y="228600"/>
            <a:ext cx="3164088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 · 核心視覺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心理能量＝Mochi 抱的愛心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Mochi 抱著一顆半滿的愛心，填充比例＝測評百分比（示意 50%）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為什麼用愛心不用電池：保留「充電/能量」概念，但更溫暖有情感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等級用詞柔化（例：能量過半），避免「沒電/即將關機」的負面感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 · 心理能量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CFDCEFC-73E0-5BD9-9EE7-D3F41EEC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339" y="284480"/>
            <a:ext cx="3303641" cy="628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 · 五項情緒指標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精緻的情緒側寫，不是儀表板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心情低落/情緒活躍/擔憂緊張/情緒敏感/身心疲憊，各 1–10 分（取代人格特質分析）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襯線大數字 + 質性標籤（偏高/中等/平穩）+ 細長條 + 細線分隔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為什麼：用「偏高/平穩」這種人話，比裸數字更好懂、更溫柔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 · 五指標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</a:t>
            </a:r>
            <a:endParaRPr 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A368FF1-5A41-3B45-3499-B7F34198D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96" y="342900"/>
            <a:ext cx="3213439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D7F5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 · 調節建議與療愈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F3A2B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給方向、給安全網，但不嚇人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調節建議：50 字內、針對最高 1–2 項、具體可執行、支持非診斷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任一指標 ≥8 → 顯示「建議尋求專業支持」，用柔和引述式提醒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54E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專屬療愈（Mochi 想對你說）：第二人稱、溫暖、不提數字、不診斷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 · 建議與療愈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B6A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603</Words>
  <Application>Microsoft Macintosh PowerPoint</Application>
  <PresentationFormat>寬螢幕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PingFang TC</vt:lpstr>
      <vt:lpstr>Songti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簡易自測心理測評 · UI 改版設計提案</dc:title>
  <dc:subject>PptxGenJS Presentation</dc:subject>
  <dc:creator>Design Proposal</dc:creator>
  <cp:lastModifiedBy>黃瀚淳</cp:lastModifiedBy>
  <cp:revision>2</cp:revision>
  <dcterms:created xsi:type="dcterms:W3CDTF">2026-06-16T02:58:08Z</dcterms:created>
  <dcterms:modified xsi:type="dcterms:W3CDTF">2026-06-16T03:05:36Z</dcterms:modified>
</cp:coreProperties>
</file>